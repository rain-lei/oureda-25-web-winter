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73" r:id="rId2"/>
    <p:sldId id="270" r:id="rId3"/>
    <p:sldId id="274" r:id="rId4"/>
  </p:sldIdLst>
  <p:sldSz cx="12192000" cy="6858000"/>
  <p:notesSz cx="6858000" cy="9144000"/>
  <p:custDataLst>
    <p:tags r:id="rId7"/>
  </p:custDataLst>
  <p:defaultTextStyle>
    <a:defPPr rtl="0"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BEB"/>
    <a:srgbClr val="F8F8F8"/>
    <a:srgbClr val="D24726"/>
    <a:srgbClr val="D2B4A6"/>
    <a:srgbClr val="734F29"/>
    <a:srgbClr val="DD462F"/>
    <a:srgbClr val="AEB785"/>
    <a:srgbClr val="EFD5A2"/>
    <a:srgbClr val="3B3026"/>
    <a:srgbClr val="ECE1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310" autoAdjust="0"/>
    <p:restoredTop sz="94274" autoAdjust="0"/>
  </p:normalViewPr>
  <p:slideViewPr>
    <p:cSldViewPr>
      <p:cViewPr varScale="1">
        <p:scale>
          <a:sx n="66" d="100"/>
          <a:sy n="66" d="100"/>
        </p:scale>
        <p:origin x="297" y="3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8" d="100"/>
          <a:sy n="88" d="100"/>
        </p:scale>
        <p:origin x="378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44022C-5079-4642-AC6E-7894F9978BBA}" type="datetime2">
              <a:rPr lang="zh-CN" altLang="en-US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2026年1月18日</a:t>
            </a:fld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E3BD5-D202-4020-A93E-A1AA1A84DE69}" type="slidenum">
              <a:rPr lang="en-US" altLang="zh-CN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‹#›</a:t>
            </a:fld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70747F27-0AFF-49DE-ABD2-AA502995B8AE}" type="datetime2">
              <a:rPr lang="zh-CN" altLang="en-US" smtClean="0"/>
              <a:t>2026年1月18日</a:t>
            </a:fld>
            <a:endParaRPr 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n-US" dirty="0"/>
              <a:t>单击此处编辑母版文本样式</a:t>
            </a:r>
          </a:p>
          <a:p>
            <a:pPr lvl="1" rtl="0"/>
            <a:r>
              <a:rPr lang="en-US" dirty="0"/>
              <a:t>第二级</a:t>
            </a:r>
          </a:p>
          <a:p>
            <a:pPr lvl="2" rtl="0"/>
            <a:r>
              <a:rPr lang="en-US" dirty="0"/>
              <a:t>第三级</a:t>
            </a:r>
          </a:p>
          <a:p>
            <a:pPr lvl="3" rtl="0"/>
            <a:r>
              <a:rPr lang="en-US" dirty="0"/>
              <a:t>第四级</a:t>
            </a:r>
          </a:p>
          <a:p>
            <a:pPr lvl="4" rtl="0"/>
            <a:r>
              <a:rPr lang="en-US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zh-CN" smtClean="0"/>
              <a:t>1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en-US" sz="1200" kern="1200" dirty="0">
                <a:solidFill>
                  <a:schemeClr val="tx1"/>
                </a:solidFill>
                <a:effectLst/>
                <a:cs typeface="+mn-cs"/>
              </a:rPr>
              <a:t>在幻灯片放映模式下，选择箭头访问相应链接</a:t>
            </a:r>
            <a:r>
              <a:rPr lang="en-US" dirty="0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长方形 6"/>
          <p:cNvSpPr/>
          <p:nvPr/>
        </p:nvSpPr>
        <p:spPr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800" noProof="0" dirty="0"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长方形 6"/>
          <p:cNvSpPr/>
          <p:nvPr/>
        </p:nvSpPr>
        <p:spPr>
          <a:xfrm>
            <a:off x="8963" y="10923"/>
            <a:ext cx="12192000" cy="691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800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4433" y="10923"/>
            <a:ext cx="10749367" cy="730034"/>
          </a:xfrm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1" y="980728"/>
            <a:ext cx="4167753" cy="5196235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30000"/>
              </a:lnSpc>
              <a:spcBef>
                <a:spcPts val="500"/>
              </a:spcBef>
              <a:spcAft>
                <a:spcPts val="1000"/>
              </a:spcAft>
              <a:buNone/>
              <a:defRPr sz="16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lnSpc>
                <a:spcPct val="130000"/>
              </a:lnSpc>
              <a:spcBef>
                <a:spcPts val="500"/>
              </a:spcBef>
              <a:spcAft>
                <a:spcPts val="1000"/>
              </a:spcAft>
              <a:defRPr sz="14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lnSpc>
                <a:spcPct val="130000"/>
              </a:lnSpc>
              <a:spcAft>
                <a:spcPts val="1000"/>
              </a:spcAft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lnSpc>
                <a:spcPct val="130000"/>
              </a:lnSpc>
              <a:spcAft>
                <a:spcPts val="1000"/>
              </a:spcAft>
              <a:defRPr sz="11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lnSpc>
                <a:spcPct val="130000"/>
              </a:lnSpc>
              <a:spcAft>
                <a:spcPts val="1000"/>
              </a:spcAft>
              <a:defRPr sz="11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94B3CDE5-BC73-4849-8D92-CB00948283D7}" type="datetime2">
              <a:rPr lang="zh-CN" altLang="en-US" smtClean="0"/>
              <a:t>2026年1月18日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长方形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800" noProof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0" name="长方形 9"/>
          <p:cNvSpPr/>
          <p:nvPr userDrawn="1"/>
        </p:nvSpPr>
        <p:spPr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800" noProof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zh-CN" altLang="en-US" noProof="0" dirty="0"/>
              <a:t>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131E3292-D461-4042-A5EB-629C7A8279A7}" type="datetime2">
              <a:rPr lang="zh-CN" altLang="en-US" smtClean="0"/>
              <a:t>2026年1月18日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648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077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9860EDB8-5305-433F-BE41-D7A86D811DB3}" type="slidenum">
              <a:rPr lang="en-US" altLang="zh-CN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idx="4294967295"/>
          </p:nvPr>
        </p:nvSpPr>
        <p:spPr>
          <a:xfrm>
            <a:off x="811306" y="1164325"/>
            <a:ext cx="10613286" cy="2389365"/>
          </a:xfrm>
        </p:spPr>
        <p:txBody>
          <a:bodyPr rtlCol="0">
            <a:noAutofit/>
          </a:bodyPr>
          <a:lstStyle/>
          <a:p>
            <a:pPr rtl="0"/>
            <a:r>
              <a:rPr lang="en-US" altLang="zh-CN" sz="4600" dirty="0" err="1">
                <a:solidFill>
                  <a:schemeClr val="bg1"/>
                </a:solidFill>
                <a:cs typeface="Arial" panose="020B0604020202020204" pitchFamily="34" charset="0"/>
              </a:rPr>
              <a:t>OurEDA</a:t>
            </a:r>
            <a:r>
              <a:rPr lang="zh-CN" altLang="en-US" sz="4600" dirty="0"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altLang="zh-CN" sz="4600">
                <a:solidFill>
                  <a:schemeClr val="bg1"/>
                </a:solidFill>
                <a:cs typeface="Arial" panose="020B0604020202020204" pitchFamily="34" charset="0"/>
              </a:rPr>
              <a:t>2025</a:t>
            </a:r>
            <a:r>
              <a:rPr lang="zh-CN" altLang="en-US" sz="4600">
                <a:solidFill>
                  <a:schemeClr val="bg1"/>
                </a:solidFill>
                <a:cs typeface="Arial" panose="020B0604020202020204" pitchFamily="34" charset="0"/>
              </a:rPr>
              <a:t>级大一上作业</a:t>
            </a:r>
            <a:r>
              <a:rPr lang="zh-CN" altLang="en-US" sz="4600" dirty="0">
                <a:solidFill>
                  <a:schemeClr val="bg1"/>
                </a:solidFill>
                <a:cs typeface="Arial" panose="020B0604020202020204" pitchFamily="34" charset="0"/>
              </a:rPr>
              <a:t>答辩</a:t>
            </a:r>
            <a:br>
              <a:rPr lang="en-US" altLang="zh-CN" sz="4600" dirty="0">
                <a:solidFill>
                  <a:schemeClr val="bg1"/>
                </a:solidFill>
                <a:cs typeface="Arial" panose="020B0604020202020204" pitchFamily="34" charset="0"/>
              </a:rPr>
            </a:br>
            <a:r>
              <a:rPr lang="zh-CN" altLang="en-US" sz="4600" dirty="0">
                <a:solidFill>
                  <a:schemeClr val="bg1"/>
                </a:solidFill>
                <a:cs typeface="Arial" panose="020B0604020202020204" pitchFamily="34" charset="0"/>
              </a:rPr>
              <a:t>方向：</a:t>
            </a:r>
            <a:r>
              <a:rPr lang="en-US" altLang="zh-CN" sz="4600" dirty="0">
                <a:solidFill>
                  <a:schemeClr val="bg1"/>
                </a:solidFill>
                <a:cs typeface="Arial" panose="020B0604020202020204" pitchFamily="34" charset="0"/>
              </a:rPr>
              <a:t>WEB</a:t>
            </a:r>
            <a:endParaRPr lang="en-US" sz="460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4294967295"/>
          </p:nvPr>
        </p:nvSpPr>
        <p:spPr>
          <a:xfrm>
            <a:off x="827465" y="4437112"/>
            <a:ext cx="9582736" cy="1133856"/>
          </a:xfrm>
        </p:spPr>
        <p:txBody>
          <a:bodyPr rtlCol="0">
            <a:normAutofit/>
          </a:bodyPr>
          <a:lstStyle/>
          <a:p>
            <a:pPr marL="0" indent="0" rtl="0">
              <a:buNone/>
            </a:pPr>
            <a:r>
              <a:rPr lang="zh-CN" altLang="en-US" sz="2400" dirty="0">
                <a:solidFill>
                  <a:schemeClr val="bg1"/>
                </a:solidFill>
                <a:cs typeface="Arial" panose="020B0604020202020204" pitchFamily="34" charset="0"/>
              </a:rPr>
              <a:t>答辩人</a:t>
            </a:r>
            <a:r>
              <a:rPr lang="zh-CN" altLang="en-US" sz="2400" dirty="0">
                <a:solidFill>
                  <a:schemeClr val="bg1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：雷宇</a:t>
            </a:r>
            <a:r>
              <a:rPr lang="en-US" altLang="zh-CN" sz="2400" dirty="0">
                <a:solidFill>
                  <a:schemeClr val="bg1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zh-CN" altLang="en-US" sz="2400" dirty="0">
                <a:solidFill>
                  <a:schemeClr val="bg1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求实</a:t>
            </a:r>
            <a:r>
              <a:rPr lang="en-US" altLang="zh-CN" sz="2400" dirty="0">
                <a:solidFill>
                  <a:schemeClr val="bg1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2501 QQ</a:t>
            </a:r>
            <a:r>
              <a:rPr lang="zh-CN" altLang="en-US" sz="2400" dirty="0">
                <a:solidFill>
                  <a:schemeClr val="bg1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：</a:t>
            </a:r>
            <a:r>
              <a:rPr lang="en-US" altLang="zh-CN" sz="2400">
                <a:solidFill>
                  <a:schemeClr val="bg1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3012291549</a:t>
            </a:r>
            <a:endParaRPr lang="en-US" altLang="zh-CN" sz="2400" dirty="0"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0" indent="0" rtl="0">
              <a:buNone/>
            </a:pPr>
            <a:r>
              <a:rPr lang="zh-CN" altLang="en-US" sz="2400" dirty="0">
                <a:solidFill>
                  <a:schemeClr val="bg1"/>
                </a:solidFill>
                <a:cs typeface="Arial" panose="020B0604020202020204" pitchFamily="34" charset="0"/>
              </a:rPr>
              <a:t>答辩时间：</a:t>
            </a:r>
            <a:r>
              <a:rPr lang="en-US" sz="2400" dirty="0">
                <a:solidFill>
                  <a:schemeClr val="bg1"/>
                </a:solidFill>
                <a:cs typeface="Arial" panose="020B0604020202020204" pitchFamily="34" charset="0"/>
              </a:rPr>
              <a:t>2026.XX.XX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pPr rtl="0"/>
            <a:r>
              <a:rPr lang="zh-CN" altLang="en-US" sz="4800" dirty="0">
                <a:cs typeface="Arial" panose="020B0604020202020204" pitchFamily="34" charset="0"/>
              </a:rPr>
              <a:t>子标题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 idx="4294967295"/>
          </p:nvPr>
        </p:nvSpPr>
        <p:spPr>
          <a:xfrm>
            <a:off x="838200" y="2492896"/>
            <a:ext cx="10515600" cy="1325563"/>
          </a:xfrm>
        </p:spPr>
        <p:txBody>
          <a:bodyPr rtlCol="0"/>
          <a:lstStyle/>
          <a:p>
            <a:pPr algn="ctr" rtl="0"/>
            <a:r>
              <a:rPr lang="zh-CN" altLang="en-US" dirty="0">
                <a:solidFill>
                  <a:srgbClr val="FF0000"/>
                </a:solidFill>
              </a:rPr>
              <a:t>结束语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1c29d4c5-cc17-4b6f-87aa-cc5e40ecfbd0"/>
  <p:tag name="COMMONDATA" val="eyJoZGlkIjoiYjdlZjIwZmNkNzI3MzEwMzZmOTQyZTUzYzc4MjYwZjAifQ=="/>
</p:tagLst>
</file>

<file path=ppt/theme/theme1.xml><?xml version="1.0" encoding="utf-8"?>
<a:theme xmlns:a="http://schemas.openxmlformats.org/drawingml/2006/main" name="欢迎文档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欢迎文档</Template>
  <TotalTime>0</TotalTime>
  <Words>40</Words>
  <Application>Microsoft Office PowerPoint</Application>
  <PresentationFormat>宽屏</PresentationFormat>
  <Paragraphs>9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6" baseType="lpstr">
      <vt:lpstr>Microsoft YaHei UI</vt:lpstr>
      <vt:lpstr>Arial</vt:lpstr>
      <vt:lpstr>欢迎文档</vt:lpstr>
      <vt:lpstr>OurEDA 2025级大一上作业答辩 方向：WEB</vt:lpstr>
      <vt:lpstr>子标题</vt:lpstr>
      <vt:lpstr>结束语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鹏城实验室讨论稿汇报</dc:title>
  <dc:creator>Ming Zhu</dc:creator>
  <cp:lastModifiedBy>Yu Lei</cp:lastModifiedBy>
  <cp:revision>162</cp:revision>
  <dcterms:created xsi:type="dcterms:W3CDTF">2018-12-19T12:19:00Z</dcterms:created>
  <dcterms:modified xsi:type="dcterms:W3CDTF">2026-01-18T13:19:50Z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2aa342-8706-4288-bd11-ebb85995028c_Enabled">
    <vt:lpwstr>True</vt:lpwstr>
  </property>
  <property fmtid="{D5CDD505-2E9C-101B-9397-08002B2CF9AE}" pid="3" name="MSIP_Label_f42aa342-8706-4288-bd11-ebb85995028c_SiteId">
    <vt:lpwstr>72f988bf-86f1-41af-91ab-2d7cd011db47</vt:lpwstr>
  </property>
  <property fmtid="{D5CDD505-2E9C-101B-9397-08002B2CF9AE}" pid="4" name="MSIP_Label_f42aa342-8706-4288-bd11-ebb85995028c_Owner">
    <vt:lpwstr>v-rimour@microsoft.com</vt:lpwstr>
  </property>
  <property fmtid="{D5CDD505-2E9C-101B-9397-08002B2CF9AE}" pid="5" name="MSIP_Label_f42aa342-8706-4288-bd11-ebb85995028c_SetDate">
    <vt:lpwstr>2018-02-19T06:21:30.1318915Z</vt:lpwstr>
  </property>
  <property fmtid="{D5CDD505-2E9C-101B-9397-08002B2CF9AE}" pid="6" name="MSIP_Label_f42aa342-8706-4288-bd11-ebb85995028c_Name">
    <vt:lpwstr>General</vt:lpwstr>
  </property>
  <property fmtid="{D5CDD505-2E9C-101B-9397-08002B2CF9AE}" pid="7" name="MSIP_Label_f42aa342-8706-4288-bd11-ebb85995028c_Application">
    <vt:lpwstr>Microsoft Azure Information Protection</vt:lpwstr>
  </property>
  <property fmtid="{D5CDD505-2E9C-101B-9397-08002B2CF9AE}" pid="8" name="MSIP_Label_f42aa342-8706-4288-bd11-ebb85995028c_Extended_MSFT_Method">
    <vt:lpwstr>Automatic</vt:lpwstr>
  </property>
  <property fmtid="{D5CDD505-2E9C-101B-9397-08002B2CF9AE}" pid="9" name="Sensitivity">
    <vt:lpwstr>General</vt:lpwstr>
  </property>
  <property fmtid="{D5CDD505-2E9C-101B-9397-08002B2CF9AE}" pid="10" name="ICV">
    <vt:lpwstr>0BC0A10890164F49BA951004C777E52E_13</vt:lpwstr>
  </property>
  <property fmtid="{D5CDD505-2E9C-101B-9397-08002B2CF9AE}" pid="11" name="KSOProductBuildVer">
    <vt:lpwstr>2052-12.1.0.19302</vt:lpwstr>
  </property>
</Properties>
</file>